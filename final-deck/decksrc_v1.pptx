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slide_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slide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slide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slide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slide_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slide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lide_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slide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slide_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slide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slide_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slide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slide_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slide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slide_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slide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slide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slide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slide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slide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slide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slide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slide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slide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slide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slide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從碳客變捷客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團隊：想領獎金的捷客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捷運盃黑客松決賽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讓每一趟捷運，都成為省錢與減碳的證明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痛點：點數沒被用起來，減碳沒被感覺到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捷運點閒置：使用者須自行開地圖找店，缺乏主動推薦，大量點數閒置或逾期轉搭乘券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推播通推：Go App 資訊量大、banner 易被滑過，個人化程度不足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減碳無感：大家知道搭捷運環保，但「我今天減了多少碳」難以被感受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北捷視角：本業營運壓力大，需要能變現的會員經營與非票務收入工具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為什麼是現在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常客優惠規劃轉為捷運點（政策時程待確認）→ 待消耗點數大增，點數活化需求更強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北捷已有「看廣告拿捷運點」「減碳量換捷運點」活動與碳足跡認證基礎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本案是北捷既有方案的 AI 升級版，不是全新點數制度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台北市 2050 淨零目標：大眾運輸是城市減碳的關鍵槓桿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解決方案：整合於 Go App 的 AI 智慧服務模組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一句話：把捷運點、Go!Map 商家與行銷方案，升級成「個人化導客 + 減碳回饋」平台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模組一：AI 點數路線與出站推播引擎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模組二：碳足跡計算與捷運點減碳加成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模組三：今日減碳報告卡與週末低碳行程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北捷營運儀表板：讓導客、點數消耗、減碳量全部可量化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使用者旅程（決賽 Demo 流程）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Onboarding：3 題內自選偏好（餐飲／甜點／親子／展覽／運動／觀光／共享運具）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出站推播：「中山站 3 分鐘內有 2 家可用捷運點甜點店，今天可折 20 點」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用點／領點：卡片標籤化——可用捷運點、可領捷運點、可換優惠券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完成低碳通勤：即時顯示本趟碳節省量與任務進度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解鎖減碳加成：累積達門檻，當月捷運點乘數提升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6. 查看可信證明：減碳統計經 Numbers Protocol 上鏈存證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模組一：AI 點數路線與出站推播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資料邏輯：進出站資料推估生活圈，不假設北捷擁有消費偏好資料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偏好來源：使用者 opt-in 自選 + 問卷／小遊戲互動回饋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推薦排序：可用捷運點 &gt; 可領捷運點 &gt; 已合作／已購行銷方案 &gt; 內容補強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Google 評分僅作輔助標示，不是商業模式核心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通勤兩點一線，商機在週末與生活節點：西門、信義、板橋、景點、場館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模組二：碳足跡計算與捷運點減碳加成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公式：碳節省量 =（小客車係數 − 捷運係數）× 搭乘里程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係數可配置：預設採北捷口述值 104 / 75 / 29 gCO2e/km（待正式係數確認）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不另立「綠點」：加成直接作用於捷運點，避免點數制度混淆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加成門檻依 29 g/km 差額重新校準，Demo 以可調參數呈現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遊戲化：任務進度條、連續搭乘、月度乘數升級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模組三：減碳報告卡與週末低碳行程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首頁卡片：本日／本月碳節省量、目前加成倍率、下一個任務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週末低碳行程：捷運到動物園／科教館／故宮，完成場館任務領捷運點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合作場景分層：北捷商家 → 公共場館／親子／觀光／共享運具 → 悠遊付商店網絡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社群分享卡：把個人減碳成果變成口碑素材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北捷為什麼要做（營運儀表板）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行銷方案升級：廣發型活動 → 某站 × 某時段 × 某偏好用戶的精準推播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捷運點活化：提供消耗場景，降低閒置與逾期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非票務收入：廣告與商家方案精準化 → 單價與續約率提升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儀表板指標：觸及會員數、推播開啟率、店家頁點擊、券兌換、點數消耗、估算導客、減碳量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以活躍會員為敘事基礎（口述月活約 20–30 萬，正式數字待確認）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商業模式：商家買的不是點數，是精準觸及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商家／廣告主購買北捷行銷方案：站點精準曝光、活動導流、會員觸及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捷運點是方案中的誘因設計，不是單純向自然人賣點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核銷務實化：App 內換優惠券 + 到店掃碼／QR code 核銷，不假設 POS 全串接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成效可量化：曝光、點擊、兌換全程可回報，商家看得見 ROI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可信數據與資料治理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Opt-in：使用者明確同意才使用進出站資料產生個人化推薦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最小必要 + 去識別化：差分隱私處理，個人路線不可反推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Numbers Protocol 上鏈：減碳統計值註冊為可驗證紀錄，稽核軌跡不可竄改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符合金融機構與公部門 ESG 揭露稽核標準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Human Truth. Machine Proof. — 團隊核心技術壁壘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技術可行性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資料來源：票務進出站紀錄、Go!Map 商家資料、官方碳足跡係數——無需額外硬體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推薦引擎：Hybrid（Content-based 冷啟動 + Collaborative Filtering）+ Geofencing 觸發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碳計算：公式透明、係數可替換，可被第三方稽核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原型：純前端可操作 prototype，決賽現場可完全離線執行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App 端僅需輕量 API 呼叫，不影響既有 Go App 效能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階段性落地路徑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決賽階段：可操作概念原型 + 北捷儀表板展示（不涉及深度串接）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試辦階段：選 2–3 個站點生活圈，串接既有捷運點商家，試辦出站推播與換券核銷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擴大階段：常客優惠轉點的活化方案、場館／觀光／共享運具、悠遊付商店網絡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延伸合作：金融 ESG 聯名（法規與談判週期長，列為後期）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涉及團隊技術之權利義務，於試辦階段另行議定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團隊：懂技術、懂用戶、也懂政府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嚴世紀｜Numbers Protocol｜專案總指揮、系統架構、AI 推薦引擎、碳數據可信度驗證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鍾天傑｜LINE Pay｜點數經濟模型、加成機制設計、前端 UX 與社群激勵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嚴世裕｜台北市政府地政局｜ESG 政策對接、開放資料整合、合規審查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私部門技術力 × 點數經濟實戰 × 公部門政策力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從碳客變捷客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使用者：省錢、減碳有感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商家：精準導客、成效可量化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北捷：點數活化、非票務收入成長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城市：可稽核的減碳貢獻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Prototype：https://sofiayan0523.github.io/from-carbon-to-metro/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黑捷客出發，創意進站；從碳客變捷客，決賽我們全力到站！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